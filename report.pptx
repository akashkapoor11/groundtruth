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Insight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Latest week (2016-12-26 00:00:00): visitors=105, revenue=0.0.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4572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1771">
                <a:tc>
                  <a:txBody>
                    <a:bodyPr/>
                    <a:lstStyle/>
                    <a:p>
                      <a: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2012-12-31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2013-01-07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2013-01-14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2013-01-21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2013-01-28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2013-02-04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2013-02-11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2013-02-18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2013-02-25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2013-03-04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2013-03-11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2013-03-18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2013-03-25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2013-04-08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2013-04-15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2013-04-22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2013-04-29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2013-05-06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2013-05-13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2013-05-20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2013-05-27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2013-06-03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2013-06-10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2013-06-17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2013-06-24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2013-07-08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2013-07-15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2013-07-22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2013-07-29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2013-08-05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2013-08-12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2013-08-19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2013-08-26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2013-09-02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2013-09-09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2013-09-16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2013-09-23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2013-09-30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2013-10-07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2013-10-14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2013-10-21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2013-10-28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2013-11-04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2013-11-11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2013-11-18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2013-11-25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2013-12-02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2013-12-09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2013-12-16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2013-12-23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2013-12-30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2014-01-06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2014-01-13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2014-01-20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2014-01-27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2014-02-03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2014-02-10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2014-02-17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2014-02-24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2014-03-03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2014-03-10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2014-03-17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2014-03-24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2014-03-31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2014-04-07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2014-04-14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2014-04-21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2014-04-28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2014-05-05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2014-05-12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2014-05-19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2014-05-26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2014-06-02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2014-06-09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2014-06-16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2014-06-23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2014-06-30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2014-07-07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2014-07-14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2014-07-21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2014-07-28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2014-08-04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2014-08-11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2014-08-18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2014-08-25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2014-09-01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2014-09-08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2014-09-15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2014-09-22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2014-09-29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2014-10-06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2014-10-13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2014-10-20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2014-10-27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2014-11-03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2014-11-10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2014-11-17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2014-11-24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2014-12-08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2014-12-15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2014-12-22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2014-12-29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2015-01-05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2015-01-12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2015-01-19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2015-01-26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2015-02-02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2015-02-09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2015-02-16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2015-02-23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2015-03-02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2015-03-09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2015-03-16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2015-03-23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2015-03-30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2015-04-06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2015-04-13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2015-04-20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2015-04-27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2015-05-04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2015-05-11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2015-05-18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2015-05-25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2015-06-08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2015-06-15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2015-06-22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2015-06-29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2015-07-06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2015-07-13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2015-07-20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2015-07-27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2015-08-03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2015-08-10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2015-08-17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2015-08-24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2015-08-31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2015-09-07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2015-09-14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2015-09-21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2015-09-28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2015-10-05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2015-10-12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2015-10-19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2015-10-26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2015-11-02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2015-11-09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2015-11-16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2015-11-23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2015-11-30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2015-12-07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2015-12-14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2015-12-21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2015-12-28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2016-01-04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2016-01-11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2016-01-18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2016-01-25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2016-02-08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2016-02-15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2016-02-22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2016-02-29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2016-03-07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2016-03-14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2016-03-21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2016-03-28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2016-04-04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2016-04-11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2016-04-18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2016-04-25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2016-05-02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2016-05-09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2016-05-16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2016-05-23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2016-05-30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2016-06-06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2016-06-13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2016-06-20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2016-06-27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2016-07-04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2016-07-11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2016-07-18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2016-07-25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2016-08-01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2016-08-08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2016-08-15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2016-08-22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2016-08-29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2016-09-05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2016-09-12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2016-09-19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2016-09-26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2016-10-03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2016-10-10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2016-10-17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2016-10-24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2016-10-31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2016-11-07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2016-11-14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2016-11-21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2016-11-28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2016-12-05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2016-12-12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771">
                <a:tc>
                  <a:txBody>
                    <a:bodyPr/>
                    <a:lstStyle/>
                    <a:p>
                      <a:r>
                        <a:t>2016-12-19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21861">
                <a:tc>
                  <a:txBody>
                    <a:bodyPr/>
                    <a:lstStyle/>
                    <a:p>
                      <a:r>
                        <a:t>2016-12-26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